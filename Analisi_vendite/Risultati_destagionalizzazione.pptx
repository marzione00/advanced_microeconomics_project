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FBB152-1B8C-4314-8078-2DA8DB8F26C3}" v="255" dt="2021-03-02T09:06:32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2AFFEA-DF85-4DE8-845A-4A9567226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CD8CE66-6460-412E-B2E8-945054137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C219EFD-E465-49A4-926D-7768CC571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AEB9-76AE-40D6-A866-0B78D0C01958}" type="datetimeFigureOut">
              <a:rPr lang="it-IT" smtClean="0"/>
              <a:t>02/03/2021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E4F15E-CAA2-4A47-9250-A04496A7E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325F3C-2539-4E84-9052-B228A5F21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9BD4-37ED-4DF0-8F5D-C1D6EAB4F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461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A0AC24-3A7B-475C-803B-691BE86BC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A7F9E3-CD03-4A6C-A6EC-B2F959B9B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4B6551-DE9B-4BC6-B1CD-F62EAD27F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AEB9-76AE-40D6-A866-0B78D0C01958}" type="datetimeFigureOut">
              <a:rPr lang="it-IT" smtClean="0"/>
              <a:t>02/03/2021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C70753-5575-4151-AA19-16BEE728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3ED47A-A20A-4F35-9797-14879F7F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9BD4-37ED-4DF0-8F5D-C1D6EAB4F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88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4100AB-DB56-4E19-B5CB-648BF65A2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A55CC3C-0794-4D3A-BE24-D219AA448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770EDF-7382-4914-83D6-7E2E417D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AEB9-76AE-40D6-A866-0B78D0C01958}" type="datetimeFigureOut">
              <a:rPr lang="it-IT" smtClean="0"/>
              <a:t>02/03/2021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DE56F8-F617-4776-8871-27C8B264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6AFA81-9506-40C2-8E6E-AB15C498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9BD4-37ED-4DF0-8F5D-C1D6EAB4F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357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A48367-46D5-4DA1-80A5-5CE578B48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491E06-8B67-4517-A639-5D405AD56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24F10E-088F-4302-A0FD-1B0B009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BCB0BBF-E907-4086-9273-854C48402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AEB9-76AE-40D6-A866-0B78D0C01958}" type="datetimeFigureOut">
              <a:rPr lang="it-IT" smtClean="0"/>
              <a:t>02/03/2021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04CC9C5-0097-49F5-A544-4F6DD49AB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6AF8176-D38A-4FA7-BE28-4553D8CDD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9BD4-37ED-4DF0-8F5D-C1D6EAB4F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2550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7DAFFB-6B6B-4917-863E-3ACFD0E8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522B00-A10B-4043-9BB8-91F1E6954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3E22EAF-F037-49D1-9F81-9CE363BB8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4E3B77F-A651-4360-A996-A6E8C14CD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F0EB188-2931-43A7-BCF6-0F4D80B09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85AEE7A-AE62-48FF-8172-71A4E677C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AEB9-76AE-40D6-A866-0B78D0C01958}" type="datetimeFigureOut">
              <a:rPr lang="it-IT" smtClean="0"/>
              <a:t>02/03/2021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98EF8DE-5129-49A0-8852-724CC842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111D747-628B-4F63-A36F-F5E095E0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9BD4-37ED-4DF0-8F5D-C1D6EAB4F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869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1DFD4B-844A-40E8-BC8F-C90DA7E5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CA3D223-12F6-4708-A5DB-02AB5CE52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AEB9-76AE-40D6-A866-0B78D0C01958}" type="datetimeFigureOut">
              <a:rPr lang="it-IT" smtClean="0"/>
              <a:t>02/03/2021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477EBCC-B483-4F08-92B9-EE15961E5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7C44216-675E-4088-9985-7C53E8112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9BD4-37ED-4DF0-8F5D-C1D6EAB4F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092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DB4E145-5B46-4762-9E46-B38B9BECF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AEB9-76AE-40D6-A866-0B78D0C01958}" type="datetimeFigureOut">
              <a:rPr lang="it-IT" smtClean="0"/>
              <a:t>02/03/2021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B4C7676-F12C-4160-B73A-59D91826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4F012E-5BEF-40FB-AF2E-10FB60BF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9BD4-37ED-4DF0-8F5D-C1D6EAB4F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9168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1E04A6-14B3-4331-9CE0-41208380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B81659-676C-431A-AA1E-D3F782695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25538F6-7CD3-44A3-A06C-1C6693137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4E3E418-6A30-490A-85C8-FD1AF3A5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AEB9-76AE-40D6-A866-0B78D0C01958}" type="datetimeFigureOut">
              <a:rPr lang="it-IT" smtClean="0"/>
              <a:t>02/03/2021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81E5068-7C15-4716-AFBD-7D95F378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73C8C7F-26C7-4816-9D09-534934384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9BD4-37ED-4DF0-8F5D-C1D6EAB4F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999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669AB3-69F7-4F0D-8FAC-60C0E37D3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74FE1D0-B248-4271-A134-F8E5136DE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5388DFD-F4C5-4DCF-BE00-9FFBEF49A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FBB760-549D-46A1-81A7-06DB8A1A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AEB9-76AE-40D6-A866-0B78D0C01958}" type="datetimeFigureOut">
              <a:rPr lang="it-IT" smtClean="0"/>
              <a:t>02/03/2021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4610B24-B573-458F-85B3-8EFE632A5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D6EEAA9-5DBF-4608-8409-BA09F9495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9BD4-37ED-4DF0-8F5D-C1D6EAB4F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382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4E3F22-9DFA-45D8-B51B-E1C7347A3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E360DEB-1EA7-4F28-8138-1F76D2D1B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49AE9F-DD0F-4DC2-A478-5BD57520B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AEB9-76AE-40D6-A866-0B78D0C01958}" type="datetimeFigureOut">
              <a:rPr lang="it-IT" smtClean="0"/>
              <a:t>02/03/2021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72F6EB-FD6B-47FB-8143-41861C33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2BB7B6-6671-4794-B94C-5DB7568A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9BD4-37ED-4DF0-8F5D-C1D6EAB4F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8091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F18DA96-81D9-4C8A-8131-4083179F2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23F282D-F2D0-47D3-A128-A00D12D88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4CF3CD-78C6-404B-AA7B-EDE24F89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AEB9-76AE-40D6-A866-0B78D0C01958}" type="datetimeFigureOut">
              <a:rPr lang="it-IT" smtClean="0"/>
              <a:t>02/03/2021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2527B8-93BA-4553-8897-822808709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3CBD91-0668-42B4-8DAB-8F103D8E3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9BD4-37ED-4DF0-8F5D-C1D6EAB4F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703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C9CE8E4-C8E3-4ADA-BA04-C1932F66F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9070027-F342-4704-B65F-4D4275115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6C5F510-DFCD-4AA6-A016-3E2CF1C4D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EAEB9-76AE-40D6-A866-0B78D0C01958}" type="datetimeFigureOut">
              <a:rPr lang="it-IT" smtClean="0"/>
              <a:t>02/03/2021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C427BF-69E2-4E6F-8610-0229A91EB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195E426-A4CE-479D-9B58-CE20DEB0C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69BD4-37ED-4DF0-8F5D-C1D6EAB4F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635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52BBBF-7D90-4F44-94F5-DEEDB81F83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Risultati destagionalizzazione</a:t>
            </a:r>
          </a:p>
        </p:txBody>
      </p:sp>
    </p:spTree>
    <p:extLst>
      <p:ext uri="{BB962C8B-B14F-4D97-AF65-F5344CB8AC3E}">
        <p14:creationId xmlns:p14="http://schemas.microsoft.com/office/powerpoint/2010/main" val="101329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80EDF3-5DC3-44DD-82B3-D0044A7F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Abbigliamento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7C5EBD5-3358-42BE-ADA4-13FDD7907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77" y="1562470"/>
            <a:ext cx="3960918" cy="251753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28A5790-4A75-4717-9C12-3F994A60B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021" y="1562470"/>
            <a:ext cx="3960918" cy="2524387"/>
          </a:xfrm>
          <a:prstGeom prst="rect">
            <a:avLst/>
          </a:prstGeom>
        </p:spPr>
      </p:pic>
      <p:graphicFrame>
        <p:nvGraphicFramePr>
          <p:cNvPr id="9" name="Oggetto 8">
            <a:extLst>
              <a:ext uri="{FF2B5EF4-FFF2-40B4-BE49-F238E27FC236}">
                <a16:creationId xmlns:a16="http://schemas.microsoft.com/office/drawing/2014/main" id="{D4601508-4B6A-4FF2-9C36-387606A21D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238970"/>
              </p:ext>
            </p:extLst>
          </p:nvPr>
        </p:nvGraphicFramePr>
        <p:xfrm>
          <a:off x="2701294" y="4379988"/>
          <a:ext cx="3468686" cy="2224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6000599" imgH="3847820" progId="AcroExch.Document.DC">
                  <p:embed/>
                </p:oleObj>
              </mc:Choice>
              <mc:Fallback>
                <p:oleObj name="Acrobat Document" r:id="rId4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01294" y="4379988"/>
                        <a:ext cx="3468686" cy="2224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4F5030E2-D060-40C0-BB39-22D8AC8AC3A1}"/>
              </a:ext>
            </a:extLst>
          </p:cNvPr>
          <p:cNvSpPr/>
          <p:nvPr/>
        </p:nvSpPr>
        <p:spPr>
          <a:xfrm>
            <a:off x="4182767" y="2478012"/>
            <a:ext cx="611081" cy="44667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847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93FBFA-9FED-43D2-AC96-EE421E4C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Calzature</a:t>
            </a:r>
          </a:p>
        </p:txBody>
      </p:sp>
      <p:graphicFrame>
        <p:nvGraphicFramePr>
          <p:cNvPr id="4" name="Oggetto 3">
            <a:extLst>
              <a:ext uri="{FF2B5EF4-FFF2-40B4-BE49-F238E27FC236}">
                <a16:creationId xmlns:a16="http://schemas.microsoft.com/office/drawing/2014/main" id="{2F53CE07-7272-44A6-99F2-E4E3150135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921161"/>
              </p:ext>
            </p:extLst>
          </p:nvPr>
        </p:nvGraphicFramePr>
        <p:xfrm>
          <a:off x="331372" y="1552452"/>
          <a:ext cx="3615033" cy="231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000599" imgH="3847820" progId="AcroExch.Document.DC">
                  <p:embed/>
                </p:oleObj>
              </mc:Choice>
              <mc:Fallback>
                <p:oleObj name="Acrobat Document" r:id="rId2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1372" y="1552452"/>
                        <a:ext cx="3615033" cy="2318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ggetto 4">
            <a:extLst>
              <a:ext uri="{FF2B5EF4-FFF2-40B4-BE49-F238E27FC236}">
                <a16:creationId xmlns:a16="http://schemas.microsoft.com/office/drawing/2014/main" id="{8CAE3D93-DA60-4A9B-85C2-8893374257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566612"/>
              </p:ext>
            </p:extLst>
          </p:nvPr>
        </p:nvGraphicFramePr>
        <p:xfrm>
          <a:off x="4873839" y="1552451"/>
          <a:ext cx="3615033" cy="231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6000599" imgH="3847820" progId="AcroExch.Document.DC">
                  <p:embed/>
                </p:oleObj>
              </mc:Choice>
              <mc:Fallback>
                <p:oleObj name="Acrobat Document" r:id="rId4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73839" y="1552451"/>
                        <a:ext cx="3615033" cy="2318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ggetto 5">
            <a:extLst>
              <a:ext uri="{FF2B5EF4-FFF2-40B4-BE49-F238E27FC236}">
                <a16:creationId xmlns:a16="http://schemas.microsoft.com/office/drawing/2014/main" id="{424B205A-05E8-4FCA-BDB7-7B4BC4FB1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962547"/>
              </p:ext>
            </p:extLst>
          </p:nvPr>
        </p:nvGraphicFramePr>
        <p:xfrm>
          <a:off x="2504246" y="4184369"/>
          <a:ext cx="3496745" cy="2242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6" imgW="6000599" imgH="3847820" progId="AcroExch.Document.DC">
                  <p:embed/>
                </p:oleObj>
              </mc:Choice>
              <mc:Fallback>
                <p:oleObj name="Acrobat Document" r:id="rId6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04246" y="4184369"/>
                        <a:ext cx="3496745" cy="2242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4034976E-CA2E-4975-8FD7-19A902CD3BB5}"/>
              </a:ext>
            </a:extLst>
          </p:cNvPr>
          <p:cNvSpPr/>
          <p:nvPr/>
        </p:nvSpPr>
        <p:spPr>
          <a:xfrm>
            <a:off x="4104581" y="2488220"/>
            <a:ext cx="611081" cy="44667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031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729DDE-6847-407B-B387-835115C8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Elettrodomestici</a:t>
            </a:r>
          </a:p>
        </p:txBody>
      </p:sp>
      <p:graphicFrame>
        <p:nvGraphicFramePr>
          <p:cNvPr id="4" name="Oggetto 3">
            <a:extLst>
              <a:ext uri="{FF2B5EF4-FFF2-40B4-BE49-F238E27FC236}">
                <a16:creationId xmlns:a16="http://schemas.microsoft.com/office/drawing/2014/main" id="{4F847895-A506-4818-BBA0-871B950245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175774"/>
              </p:ext>
            </p:extLst>
          </p:nvPr>
        </p:nvGraphicFramePr>
        <p:xfrm>
          <a:off x="503506" y="1597979"/>
          <a:ext cx="3669000" cy="2352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000599" imgH="3847820" progId="AcroExch.Document.DC">
                  <p:embed/>
                </p:oleObj>
              </mc:Choice>
              <mc:Fallback>
                <p:oleObj name="Acrobat Document" r:id="rId2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3506" y="1597979"/>
                        <a:ext cx="3669000" cy="2352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ggetto 4">
            <a:extLst>
              <a:ext uri="{FF2B5EF4-FFF2-40B4-BE49-F238E27FC236}">
                <a16:creationId xmlns:a16="http://schemas.microsoft.com/office/drawing/2014/main" id="{F9B1A904-BFEE-4BE8-9ADA-58F5877DF4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272198"/>
              </p:ext>
            </p:extLst>
          </p:nvPr>
        </p:nvGraphicFramePr>
        <p:xfrm>
          <a:off x="4907257" y="1555810"/>
          <a:ext cx="3733237" cy="239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6000599" imgH="3847820" progId="AcroExch.Document.DC">
                  <p:embed/>
                </p:oleObj>
              </mc:Choice>
              <mc:Fallback>
                <p:oleObj name="Acrobat Document" r:id="rId4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07257" y="1555810"/>
                        <a:ext cx="3733237" cy="2394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ggetto 5">
            <a:extLst>
              <a:ext uri="{FF2B5EF4-FFF2-40B4-BE49-F238E27FC236}">
                <a16:creationId xmlns:a16="http://schemas.microsoft.com/office/drawing/2014/main" id="{1A72229E-AF12-430C-AC94-6F7D2AF7B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368516"/>
              </p:ext>
            </p:extLst>
          </p:nvPr>
        </p:nvGraphicFramePr>
        <p:xfrm>
          <a:off x="2617425" y="4145510"/>
          <a:ext cx="3909150" cy="2506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6" imgW="6000599" imgH="3847820" progId="AcroExch.Document.DC">
                  <p:embed/>
                </p:oleObj>
              </mc:Choice>
              <mc:Fallback>
                <p:oleObj name="Acrobat Document" r:id="rId6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17425" y="4145510"/>
                        <a:ext cx="3909150" cy="2506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3BCBE667-EEE6-4086-AA5C-AFD12AF838AD}"/>
              </a:ext>
            </a:extLst>
          </p:cNvPr>
          <p:cNvSpPr/>
          <p:nvPr/>
        </p:nvSpPr>
        <p:spPr>
          <a:xfrm>
            <a:off x="4172506" y="2489153"/>
            <a:ext cx="611081" cy="44667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1496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965AEE-3A96-4AE1-A9D9-2193BE035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Mobili</a:t>
            </a:r>
          </a:p>
        </p:txBody>
      </p:sp>
      <p:graphicFrame>
        <p:nvGraphicFramePr>
          <p:cNvPr id="5" name="Oggetto 4">
            <a:extLst>
              <a:ext uri="{FF2B5EF4-FFF2-40B4-BE49-F238E27FC236}">
                <a16:creationId xmlns:a16="http://schemas.microsoft.com/office/drawing/2014/main" id="{B855252E-98DB-43FD-9DA0-DA2658AEA8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878591"/>
              </p:ext>
            </p:extLst>
          </p:nvPr>
        </p:nvGraphicFramePr>
        <p:xfrm>
          <a:off x="4797822" y="1484220"/>
          <a:ext cx="3699322" cy="2372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000599" imgH="3847820" progId="AcroExch.Document.DC">
                  <p:embed/>
                </p:oleObj>
              </mc:Choice>
              <mc:Fallback>
                <p:oleObj name="Acrobat Document" r:id="rId2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97822" y="1484220"/>
                        <a:ext cx="3699322" cy="2372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ggetto 5">
            <a:extLst>
              <a:ext uri="{FF2B5EF4-FFF2-40B4-BE49-F238E27FC236}">
                <a16:creationId xmlns:a16="http://schemas.microsoft.com/office/drawing/2014/main" id="{7B16B176-128A-4551-96D1-8091CDA52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822452"/>
              </p:ext>
            </p:extLst>
          </p:nvPr>
        </p:nvGraphicFramePr>
        <p:xfrm>
          <a:off x="628650" y="1484220"/>
          <a:ext cx="3333805" cy="2137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6000599" imgH="3847820" progId="AcroExch.Document.DC">
                  <p:embed/>
                </p:oleObj>
              </mc:Choice>
              <mc:Fallback>
                <p:oleObj name="Acrobat Document" r:id="rId4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8650" y="1484220"/>
                        <a:ext cx="3333805" cy="21378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ggetto 6">
            <a:extLst>
              <a:ext uri="{FF2B5EF4-FFF2-40B4-BE49-F238E27FC236}">
                <a16:creationId xmlns:a16="http://schemas.microsoft.com/office/drawing/2014/main" id="{A6DF9F54-45E3-4B3E-955E-A94A42EF82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419238"/>
              </p:ext>
            </p:extLst>
          </p:nvPr>
        </p:nvGraphicFramePr>
        <p:xfrm>
          <a:off x="2630674" y="4045564"/>
          <a:ext cx="3699324" cy="237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6" imgW="6000599" imgH="3847820" progId="AcroExch.Document.DC">
                  <p:embed/>
                </p:oleObj>
              </mc:Choice>
              <mc:Fallback>
                <p:oleObj name="Acrobat Document" r:id="rId6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30674" y="4045564"/>
                        <a:ext cx="3699324" cy="2372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2F6808ED-B318-4A13-A1DD-2F06E965AE38}"/>
              </a:ext>
            </a:extLst>
          </p:cNvPr>
          <p:cNvSpPr/>
          <p:nvPr/>
        </p:nvSpPr>
        <p:spPr>
          <a:xfrm>
            <a:off x="4040638" y="2426120"/>
            <a:ext cx="611081" cy="44667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6238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65B6E311-0D22-41C6-9904-20A123F63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pPr algn="ctr"/>
            <a:r>
              <a:rPr lang="it-IT" dirty="0" err="1"/>
              <a:t>Fotoottica</a:t>
            </a:r>
            <a:endParaRPr lang="it-IT" dirty="0"/>
          </a:p>
        </p:txBody>
      </p:sp>
      <p:graphicFrame>
        <p:nvGraphicFramePr>
          <p:cNvPr id="5" name="Oggetto 4">
            <a:extLst>
              <a:ext uri="{FF2B5EF4-FFF2-40B4-BE49-F238E27FC236}">
                <a16:creationId xmlns:a16="http://schemas.microsoft.com/office/drawing/2014/main" id="{4EDDDA8A-53C0-4029-9A57-A42E805ECC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906393"/>
              </p:ext>
            </p:extLst>
          </p:nvPr>
        </p:nvGraphicFramePr>
        <p:xfrm>
          <a:off x="3071151" y="4567977"/>
          <a:ext cx="3001697" cy="1924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000599" imgH="3847820" progId="AcroExch.Document.DC">
                  <p:embed/>
                </p:oleObj>
              </mc:Choice>
              <mc:Fallback>
                <p:oleObj name="Acrobat Document" r:id="rId2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71151" y="4567977"/>
                        <a:ext cx="3001697" cy="1924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ggetto 5">
            <a:extLst>
              <a:ext uri="{FF2B5EF4-FFF2-40B4-BE49-F238E27FC236}">
                <a16:creationId xmlns:a16="http://schemas.microsoft.com/office/drawing/2014/main" id="{11FC3BF7-78D6-447C-9B61-F89FA32B92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543103"/>
              </p:ext>
            </p:extLst>
          </p:nvPr>
        </p:nvGraphicFramePr>
        <p:xfrm>
          <a:off x="4749553" y="1666274"/>
          <a:ext cx="3595457" cy="2305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6000599" imgH="3847820" progId="AcroExch.Document.DC">
                  <p:embed/>
                </p:oleObj>
              </mc:Choice>
              <mc:Fallback>
                <p:oleObj name="Acrobat Document" r:id="rId4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49553" y="1666274"/>
                        <a:ext cx="3595457" cy="2305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ggetto 6">
            <a:extLst>
              <a:ext uri="{FF2B5EF4-FFF2-40B4-BE49-F238E27FC236}">
                <a16:creationId xmlns:a16="http://schemas.microsoft.com/office/drawing/2014/main" id="{92E3A989-5836-4A91-B284-9EF7973F7B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893644"/>
              </p:ext>
            </p:extLst>
          </p:nvPr>
        </p:nvGraphicFramePr>
        <p:xfrm>
          <a:off x="411809" y="1666274"/>
          <a:ext cx="3432221" cy="2200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6" imgW="6000599" imgH="3847820" progId="AcroExch.Document.DC">
                  <p:embed/>
                </p:oleObj>
              </mc:Choice>
              <mc:Fallback>
                <p:oleObj name="Acrobat Document" r:id="rId6" imgW="6000599" imgH="384782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1809" y="1666274"/>
                        <a:ext cx="3432221" cy="2200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DC5C59DD-9457-4177-B094-515ED57C1A7C}"/>
              </a:ext>
            </a:extLst>
          </p:cNvPr>
          <p:cNvSpPr/>
          <p:nvPr/>
        </p:nvSpPr>
        <p:spPr>
          <a:xfrm>
            <a:off x="3960918" y="2543427"/>
            <a:ext cx="611081" cy="44667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70172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</Words>
  <Application>Microsoft Office PowerPoint</Application>
  <PresentationFormat>Presentazione su schermo (4:3)</PresentationFormat>
  <Paragraphs>6</Paragraphs>
  <Slides>6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Tema di Office</vt:lpstr>
      <vt:lpstr>Adobe Acrobat Document</vt:lpstr>
      <vt:lpstr>Risultati destagionalizzazione</vt:lpstr>
      <vt:lpstr>Abbigliamento</vt:lpstr>
      <vt:lpstr>Calzature</vt:lpstr>
      <vt:lpstr>Elettrodomestici</vt:lpstr>
      <vt:lpstr>Mobili</vt:lpstr>
      <vt:lpstr>Fotoottica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Risultati destagionalizzazione</dc:title>
  <dc:creator>Marzio De Corato</dc:creator>
  <cp:lastModifiedBy>Marzio De Corato</cp:lastModifiedBy>
  <cp:revision>1</cp:revision>
  <dcterms:created xsi:type="dcterms:W3CDTF">2021-03-02T08:47:52Z</dcterms:created>
  <dcterms:modified xsi:type="dcterms:W3CDTF">2021-03-02T09:07:15Z</dcterms:modified>
</cp:coreProperties>
</file>